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this is a thing I use daily, not a demo. Two Python files doing something conceptually trivial — and the reason they are 500 lines each rather than 40 is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raises an unmetered API budget — yes, that removes most of this. Slide 9 handles it directly; do not get pulled into it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plain MCP servers, one Python file each, shipped together as a plugin — kept small enough to read before installing, because they run with permissions auto-approved.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auto-approve covers destructive git operations. The mitigation is scope, not supervision: do not point it at a directory you would not hand to a stranger with a shell. The delegate also cannot read Claude's memory, your skills or your CLAUDE.md, so any rule that matters has to be inlined into the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middle case is the one worth dwelling on: an error that was wrong in the reassuring direction. Believe it and you either redo an hour of finished work or, worse, dispatch it again on top of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product audience should take away. Green means nothing being watched is broken. The delegate is not lying in any of these — it answered the question it was asked, which was narrower than the one that mattered.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2 is the one people can use immediately: the spec is the product, and how much you write depends entirely on who is reading it. A mechanical spec for a frontier model is wasted effort; a goal-level spec for a weak model produces confident junk.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get into the tool-calling bug's mechanics. The point is that the thing breaking runs was plumbing, so ranking models by reasoning score was measuring the wrong axis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this yourself rather than waiting for it — conceding the strong version buys credibility for the code-review point, which is the part that holds at any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contractor line. The two questions that come up most are the security posture of auto-approve, and whether the cheaper models are actually good enough — the answer to the second is yes, for work with a spec tight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794760"/>
            <a:ext cx="3840480" cy="3840480"/>
          </a:xfrm>
          <a:prstGeom prst="ellipse">
            <a:avLst/>
          </a:prstGeom>
          <a:solidFill>
            <a:srgbClr val="EDE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2514600"/>
            <a:ext cx="1554480" cy="1554480"/>
          </a:xfrm>
          <a:prstGeom prst="ellipse">
            <a:avLst/>
          </a:prstGeom>
          <a:solidFill>
            <a:srgbClr val="FCF1D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CLAUDE CODE PLUGIN · MIT · v1.0.2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8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agent-delegation-mcp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plans and reviews. </a:t>
            </a:r>
            <a:pPr indent="0" marL="0">
              <a:buNone/>
            </a:pPr>
            <a:r>
              <a:rPr lang="en-US" sz="2300" b="1" dirty="0">
                <a:solidFill>
                  <a:srgbClr val="6D4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models do the implementation.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hands coding tasks to other CLI agents, lets them run unattended against a real repo, then makes Claude verify the result. The handoff was an afternoon. Learning not to believe what came back took weeks.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why it is built this way, and the rules that came out of it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exists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CONSTRAINT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quota is the scarce input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1284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$20 plan buys a fixed amount per five hours. Spending it on mechanical edits — renames, boilerplate, the twentieth similar test — means running dry before the work that actually needs judgement.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providers are not scarce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36168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Antigravity's Gemini allowance is very large, and OpenCode fronts about 34 models on generous per-five-hour limits. Several are genuinely strong at implementation work.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645920"/>
            <a:ext cx="5059375" cy="4114800"/>
          </a:xfrm>
          <a:prstGeom prst="roundRect">
            <a:avLst>
              <a:gd name="adj" fmla="val 1333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84848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split is by what the work needs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B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· Opus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267004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 Writing the spec. Reviewing the diff. Running the gate. Deciding whether it is done.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84848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agy · Gemini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376732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and mechanical execution against an exact spec.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· GLM, Kimi, GPT-class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486460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delegated work — strong enough to write specs itself.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tokens buy judgement. Someone else's buy keystrokes.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tools, and a loop that closes on the repo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SHAPE OF 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50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98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review · gate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63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MCP tools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2487168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633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file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phase-gated,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version control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ask_agy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via the Antigravity CLI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ask_opencode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657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models, one argument away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29800" y="2286000"/>
            <a:ext cx="1721815" cy="1417320"/>
          </a:xfrm>
          <a:prstGeom prst="roundRect">
            <a:avLst>
              <a:gd name="adj" fmla="val 387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29800" y="2542032"/>
            <a:ext cx="1721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829800" y="2871216"/>
            <a:ext cx="1721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commits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real branch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063240" y="2990088"/>
            <a:ext cx="548640" cy="0"/>
          </a:xfrm>
          <a:prstGeom prst="line">
            <a:avLst/>
          </a:prstGeom>
          <a:noFill/>
          <a:ln w="22225">
            <a:solidFill>
              <a:srgbClr val="6D4A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669280" y="2377440"/>
            <a:ext cx="59436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0" y="3200400"/>
            <a:ext cx="59436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9720" y="2286000"/>
            <a:ext cx="59436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189720" y="3291840"/>
            <a:ext cx="594360" cy="7315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881360" y="3703320"/>
            <a:ext cx="914" cy="914400"/>
          </a:xfrm>
          <a:prstGeom prst="line">
            <a:avLst/>
          </a:prstGeom>
          <a:noFill/>
          <a:ln w="28575">
            <a:solidFill>
              <a:srgbClr val="1619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4617720"/>
            <a:ext cx="9052560" cy="914"/>
          </a:xfrm>
          <a:prstGeom prst="line">
            <a:avLst/>
          </a:prstGeom>
          <a:noFill/>
          <a:ln w="28575">
            <a:solidFill>
              <a:srgbClr val="16191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828800" y="3703320"/>
            <a:ext cx="914" cy="914400"/>
          </a:xfrm>
          <a:prstGeom prst="line">
            <a:avLst/>
          </a:prstGeom>
          <a:noFill/>
          <a:ln w="28575">
            <a:solidFill>
              <a:srgbClr val="16191D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291840" y="4160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 ·  git diff --stat  ·  re-run the test gate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" y="5120640"/>
            <a:ext cx="103263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leg is the product.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a CLI in an MCP tool is an afternoon's work. Everything after that exists because the delegate's own report turned out not to be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dispatch actually looks like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MECHANICS, BRIEFLY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22144" cy="2423160"/>
          </a:xfrm>
          <a:prstGeom prst="roundRect">
            <a:avLst>
              <a:gd name="adj" fmla="val 2264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47088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77440"/>
            <a:ext cx="201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spec to a file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80944"/>
            <a:ext cx="201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into the prompt argument. Escaping safety, a reviewable artifact, and the delegate can re-read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36544" y="1645920"/>
            <a:ext cx="2522144" cy="2423160"/>
          </a:xfrm>
          <a:prstGeom prst="roundRect">
            <a:avLst>
              <a:gd name="adj" fmla="val 2264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2576" y="1847088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257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92576" y="2377440"/>
            <a:ext cx="201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tool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92576" y="2980944"/>
            <a:ext cx="201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unattended for up to an hour, approving its own edits, commands and commits as it goes.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522144" cy="2423160"/>
          </a:xfrm>
          <a:prstGeom prst="roundRect">
            <a:avLst>
              <a:gd name="adj" fmla="val 2264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9040" y="1847088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904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89040" y="2377440"/>
            <a:ext cx="201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progress log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89040" y="2980944"/>
            <a:ext cx="201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see inside a blocking call. The spec requires a line per phase, gate result included.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29471" y="1645920"/>
            <a:ext cx="2522144" cy="2423160"/>
          </a:xfrm>
          <a:prstGeom prst="roundRect">
            <a:avLst>
              <a:gd name="adj" fmla="val 2264"/>
            </a:avLst>
          </a:prstGeom>
          <a:solidFill>
            <a:srgbClr val="E4F2ED"/>
          </a:solidFill>
          <a:ln w="12700">
            <a:solidFill>
              <a:srgbClr val="A9D6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5503" y="1847088"/>
            <a:ext cx="402336" cy="402336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5503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85503" y="2377440"/>
            <a:ext cx="201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it yourself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85503" y="2980944"/>
            <a:ext cx="201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Diff, test gate, and a check that the test files the spec named actually exist.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6400800" cy="1280160"/>
          </a:xfrm>
          <a:prstGeom prst="roundRect">
            <a:avLst>
              <a:gd name="adj" fmla="val 4286"/>
            </a:avLst>
          </a:prstGeom>
          <a:solidFill>
            <a:srgbClr val="22272E"/>
          </a:solidFill>
          <a:ln w="12700">
            <a:solidFill>
              <a:srgbClr val="3A41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4206240"/>
            <a:ext cx="5897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0: persisted move-session state; gate passed (54 suites / 694 tests).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1: read-only manifest hook; gate passed (56 suites / 699 tests).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summary: 57 suites, 708 tests passed.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559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progress log, read while the call was still blocking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406640" y="4206240"/>
            <a:ext cx="4144975" cy="1280160"/>
          </a:xfrm>
          <a:prstGeom prst="roundRect">
            <a:avLst>
              <a:gd name="adj" fmla="val 4286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0" y="4206240"/>
            <a:ext cx="3596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is the whole risk surface.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confirmation prompt mid-run. Calling the tool is the confirmation.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value is not evidence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 — THIS COST THE MOST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93338" cy="288036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SUCCESS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57984"/>
            <a:ext cx="28446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report, nothing landed.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52928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written the files — into its own scratch directory, because its notion of the project was not the working directory I passed it. It reported success, honestly.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99178" y="1645920"/>
            <a:ext cx="3393338" cy="288036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3498" y="18288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FAILURE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2157984"/>
            <a:ext cx="28446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“timeout waiting for response”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2852928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real commits with correct diffs and a passing gate were already on the branch. The CLI's internal print timeout had fired after the work finished.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8277" y="1645920"/>
            <a:ext cx="3393338" cy="288036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2597" y="18288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RETURN AT ALL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32597" y="2157984"/>
            <a:ext cx="28446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closed.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2852928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 from a crash — and in none of those cases does the delegate stop. It keeps running, orphaned. Re-dispatching doubles the load that may have caused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4800600"/>
            <a:ext cx="103263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16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practice: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dispatch, check git log and git status and re-run the gate yourself — whatever the call returned. Success and failure have both lied.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44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now return partial output plus a warning on a non-zero exit rather than swallowing it, specifically because of the middle case.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“Gate passed, 635 tests”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2 — THE MOST EXPENSIVE RECURRING BUG CLASS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577840" cy="164592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28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proves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1284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tests which exist, pass. It is silent on the tests the spec named and the delegate never wrote — and a rising count is not an answer to that.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645920"/>
            <a:ext cx="5013655" cy="1645920"/>
          </a:xfrm>
          <a:prstGeom prst="roundRect">
            <a:avLst>
              <a:gd name="adj" fmla="val 3333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30568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check is mechanical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30568" y="221284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against the base commit, confirm the spec's named test files were genuinely modified, then confirm something asserts on the user-facing path.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74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that passed every phase gate: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" y="4005072"/>
            <a:ext cx="402336" cy="402336"/>
          </a:xfrm>
          <a:prstGeom prst="ellipse">
            <a:avLst/>
          </a:prstGeom>
          <a:solidFill>
            <a:srgbClr val="C169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95020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UI test files were specified and never created. All four “Move” call sites were hardcoded to a room-only route, making container destinations impossible — an unreachable feature, fully green.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4645152"/>
            <a:ext cx="402336" cy="402336"/>
          </a:xfrm>
          <a:prstGeom prst="ellipse">
            <a:avLst/>
          </a:prstGeom>
          <a:solidFill>
            <a:srgbClr val="C169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59028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with exhaustive tests. Its one production caller passed an empty array, so the entire feature was dead code.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5285232"/>
            <a:ext cx="402336" cy="402336"/>
          </a:xfrm>
          <a:prstGeom prst="ellipse">
            <a:avLst/>
          </a:prstGeom>
          <a:solidFill>
            <a:srgbClr val="C169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5230368"/>
            <a:ext cx="10344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exporter omitted a table that the restore path deletes first. Every restore silently destroyed the audit trail.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 the failures produced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GENERALISE TO ANY UNATTENDED AGENT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2888" cy="201168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83664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47088"/>
            <a:ext cx="415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 is a file, not stdout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724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output is lost when the connection drops and truncated when a run is killed. A brief whose entire output is printed has a total-loss failure mode — verified on an hour of real work.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45920"/>
            <a:ext cx="5272888" cy="201168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048" y="1883664"/>
            <a:ext cx="402336" cy="402336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3048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19976" y="1847088"/>
            <a:ext cx="415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spec detail to model strength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23160"/>
            <a:ext cx="4724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models get exact files, exact before/after code, a do-not-touch list, and zero open questions. Frontier models get intent, invariants and phase gates — cheaper to write and better used.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72888" cy="201168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32504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995928"/>
            <a:ext cx="415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every rule that matters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4724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delegate cannot see Claude's memory, your skills or your CLAUDE.md, and it runs self-approving, so it will not stop itself. Pointing at a standard does nothing; the standard has to be in the spec.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3794760"/>
            <a:ext cx="5272888" cy="201168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048" y="4032504"/>
            <a:ext cx="402336" cy="402336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3048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9976" y="3995928"/>
            <a:ext cx="415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it to stop rather than improvise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4572000"/>
            <a:ext cx="4724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 asserted something untrue about SQL ordering. Told explicitly to stop rather than guess, the delegate pushed back instead of writing a test that asserted it. That is the behaviour you want.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a model: reliable beats smart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3 — AND THE LEAST INTUITIVE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645920"/>
            <a:ext cx="103263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reasons well and malforms one tool call in fifty is worse here than an average model that never breaks the loop.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272888" cy="246888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benchmark scores mislead here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4724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agents work by emitting tool calls. One malformed call ends the run — so what matters is syntactic adherence across hundreds of turns, not reasoning ability.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error in my testing was not a model failure at all: a bug in the tool-calling layer these CLIs share, which drops part of the conversation on follow-up turns and then rejects the result.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2834640"/>
            <a:ext cx="5272888" cy="2468880"/>
          </a:xfrm>
          <a:prstGeom prst="roundRect">
            <a:avLst>
              <a:gd name="adj" fmla="val 2222"/>
            </a:avLst>
          </a:prstGeom>
          <a:solidFill>
            <a:srgbClr val="E4F2ED"/>
          </a:solidFill>
          <a:ln w="12700">
            <a:solidFill>
              <a:srgbClr val="A9D6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3017520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there is a graded roster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401568"/>
            <a:ext cx="47242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34 ids, every cell carrying a confidence level, and an explicit “unknown” where a search found nothing rather than a plausible guess. Guessed numbers get written into tooling, where they fail silently.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are on a do-not-use list from direct observation: one loops forever, one takes 40–186s per call, one drops closing braces, one ignores the tools and rewrites files whole.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44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observed results stay separate from researched ones — first-hand evidence about your own setup outranks any leaderboard.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have an unlimited API budget”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FAIR OBJECTION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577840" cy="1600200"/>
          </a:xfrm>
          <a:prstGeom prst="roundRect">
            <a:avLst>
              <a:gd name="adj" fmla="val 3429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74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most of this is not for you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5856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Correct. Cost is the primary driver. Remove the constraint and you should run Opus on the bulk work and skip the quota arithmetic.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691640"/>
            <a:ext cx="5013655" cy="1600200"/>
          </a:xfrm>
          <a:prstGeom prst="roundRect">
            <a:avLst>
              <a:gd name="adj" fmla="val 3429"/>
            </a:avLst>
          </a:prstGeom>
          <a:solidFill>
            <a:srgbClr val="E4F2ED"/>
          </a:solidFill>
          <a:ln w="12700">
            <a:solidFill>
              <a:srgbClr val="A9D6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30568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survive 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30568" y="225856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is a second opinion. And the supervision half applies to any unattended agent — a Claude subagent included.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911535" cy="1691640"/>
          </a:xfrm>
          <a:prstGeom prst="roundRect">
            <a:avLst>
              <a:gd name="adj" fmla="val 3243"/>
            </a:avLst>
          </a:prstGeom>
          <a:solidFill>
            <a:srgbClr val="EDE7FB"/>
          </a:solidFill>
          <a:ln w="12700">
            <a:solidFill>
              <a:srgbClr val="CFC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is the clearest case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1148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that wrote a change to review it and you get a reviewer that already agrees with every decision in it — the same reason we do not let authors approve their own pull requests. Routing the diff to a different family gets a reader that does not share those priors, and disagreement between two of them is itself a signal. That is why both tools take a model argument rather than hard-coding one.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1447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why it was built. The second opinion is why it stays useful once cost stops mattering.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30" kern="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nets out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D4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22144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01952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32304"/>
            <a:ext cx="201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keystrokes, keep judgement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1012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holds. Mechanical work goes out; architecture, review and the gate stay.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36544" y="1691640"/>
            <a:ext cx="2522144" cy="2377440"/>
          </a:xfrm>
          <a:prstGeom prst="roundRect">
            <a:avLst>
              <a:gd name="adj" fmla="val 2308"/>
            </a:avLst>
          </a:prstGeom>
          <a:solidFill>
            <a:srgbClr val="FCF1DF"/>
          </a:solidFill>
          <a:ln w="12700">
            <a:solidFill>
              <a:srgbClr val="EBC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2576" y="1901952"/>
            <a:ext cx="402336" cy="402336"/>
          </a:xfrm>
          <a:prstGeom prst="ellipse">
            <a:avLst/>
          </a:prstGeom>
          <a:solidFill>
            <a:srgbClr val="C169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257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92576" y="2432304"/>
            <a:ext cx="201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report as a rumour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92576" y="331012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from the repo: diff, gate, and whether the named files exist.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1691640"/>
            <a:ext cx="2522144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9040" y="1901952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904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89040" y="2432304"/>
            <a:ext cx="201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state in files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89040" y="331012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and results in version control, not in one assistant's context.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29471" y="1691640"/>
            <a:ext cx="2522144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5503" y="1901952"/>
            <a:ext cx="402336" cy="402336"/>
          </a:xfrm>
          <a:prstGeom prst="ellipse">
            <a:avLst/>
          </a:prstGeom>
          <a:solidFill>
            <a:srgbClr val="6D4A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5503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85503" y="2432304"/>
            <a:ext cx="201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for dependable, not impressive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85503" y="331012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unattended work, no surprises beats better benchmark scores.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89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part: none of it is AI-specific.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846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how you would supervise any contractor who works fast, never asks a question, and always reports that it went fine.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95360" y="4389120"/>
            <a:ext cx="2956255" cy="1188720"/>
          </a:xfrm>
          <a:prstGeom prst="roundRect">
            <a:avLst>
              <a:gd name="adj" fmla="val 4615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51392" y="4544568"/>
            <a:ext cx="27002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and small enough to read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51392" y="4818888"/>
            <a:ext cx="27002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github.com/artcar12/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B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agent-delegation-mcp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agent-delegation-mcp — overview</dc:title>
  <dc:subject>PptxGenJS Presentation</dc:subject>
  <dc:creator>Arthur Carroll</dc:creator>
  <cp:lastModifiedBy>Arthur Carroll</cp:lastModifiedBy>
  <cp:revision>1</cp:revision>
  <dcterms:created xsi:type="dcterms:W3CDTF">2026-09-10T22:49:34Z</dcterms:created>
  <dcterms:modified xsi:type="dcterms:W3CDTF">2026-09-10T22:49:34Z</dcterms:modified>
</cp:coreProperties>
</file>